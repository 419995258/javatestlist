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013" y="777602"/>
            <a:ext cx="11914356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013" y="777602"/>
            <a:ext cx="11914356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2063750" y="1990725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1"/>
          </p:nvPr>
        </p:nvSpPr>
        <p:spPr>
          <a:xfrm>
            <a:off x="2063750" y="3568672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2"/>
          </p:nvPr>
        </p:nvSpPr>
        <p:spPr>
          <a:xfrm>
            <a:off x="3876366" y="1990725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3"/>
          </p:nvPr>
        </p:nvSpPr>
        <p:spPr>
          <a:xfrm>
            <a:off x="3876366" y="3568672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14"/>
          </p:nvPr>
        </p:nvSpPr>
        <p:spPr>
          <a:xfrm>
            <a:off x="5688982" y="1990725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5688982" y="3568672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7501598" y="1990725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7501598" y="3568672"/>
            <a:ext cx="132715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00">
                <a:latin typeface="微软雅黑" charset="-122"/>
                <a:ea typeface="微软雅黑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23C806-5F8B-474F-B06E-9128B0A2BF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A8A3BE-D51B-4E4D-B8FC-DA9C921810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5.png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2" cstate="print">
            <a:alphaModFix amt="30000"/>
          </a:blip>
          <a:srcRect/>
          <a:stretch>
            <a:fillRect/>
          </a:stretch>
        </p:blipFill>
        <p:spPr>
          <a:xfrm>
            <a:off x="0" y="887747"/>
            <a:ext cx="12192000" cy="597025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846816" y="6443823"/>
            <a:ext cx="1710680" cy="24078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0968559" y="6369529"/>
            <a:ext cx="973069" cy="38937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SSD</a:t>
            </a:r>
            <a:r>
              <a:rPr lang="zh-CN" altLang="en-US"/>
              <a:t>固态硬盘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402080" y="1096645"/>
            <a:ext cx="920178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j-ea"/>
                <a:ea typeface="+mj-ea"/>
              </a:rPr>
              <a:t>什么是固态硬盘？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Solid State Disk简称SSD，数据直接存在闪存颗粒中，并且由主控单元记录数据存储位置和数据操作。而机械硬盘</a:t>
            </a:r>
            <a:r>
              <a:rPr lang="en-US" altLang="zh-CN"/>
              <a:t>HDD</a:t>
            </a:r>
            <a:r>
              <a:rPr lang="zh-CN" altLang="en-US"/>
              <a:t>是</a:t>
            </a:r>
            <a:r>
              <a:rPr lang="en-US" altLang="zh-CN"/>
              <a:t>电磁存储；机械硬盘在盘面上写数据、磁盘转动，机械臂移动，也是比较原始的数据读写方式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260" y="3006090"/>
            <a:ext cx="3286125" cy="22339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2829560"/>
            <a:ext cx="3042920" cy="2587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2935" y="1210310"/>
            <a:ext cx="102984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	</a:t>
            </a:r>
            <a:r>
              <a:rPr lang="zh-CN" altLang="en-US"/>
              <a:t>家用</a:t>
            </a:r>
            <a:r>
              <a:rPr lang="en-US" altLang="zh-CN"/>
              <a:t>HDD</a:t>
            </a:r>
            <a:r>
              <a:rPr lang="zh-CN" altLang="en-US"/>
              <a:t>速度一般顺序读写</a:t>
            </a:r>
            <a:r>
              <a:rPr lang="en-US" altLang="zh-CN"/>
              <a:t>100MB</a:t>
            </a:r>
            <a:r>
              <a:rPr lang="zh-CN" altLang="en-US"/>
              <a:t>左右，所以使用的接口一般</a:t>
            </a:r>
            <a:r>
              <a:rPr lang="en-US" altLang="zh-CN"/>
              <a:t>sata2</a:t>
            </a:r>
            <a:r>
              <a:rPr lang="zh-CN" altLang="en-US"/>
              <a:t>就能满足，不过目前主流都是</a:t>
            </a:r>
            <a:r>
              <a:rPr lang="en-US" altLang="zh-CN"/>
              <a:t>sata3</a:t>
            </a:r>
            <a:r>
              <a:rPr lang="zh-CN" altLang="en-US"/>
              <a:t>，理论速度为</a:t>
            </a:r>
            <a:r>
              <a:rPr lang="en-US" altLang="zh-CN"/>
              <a:t>500MB</a:t>
            </a:r>
            <a:r>
              <a:rPr lang="zh-CN" altLang="en-US"/>
              <a:t>每秒左右，也只有</a:t>
            </a:r>
            <a:r>
              <a:rPr lang="en-US" altLang="zh-CN"/>
              <a:t>SSD</a:t>
            </a:r>
            <a:r>
              <a:rPr lang="zh-CN" altLang="en-US"/>
              <a:t>能跑到理论的速度。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想要发挥出</a:t>
            </a:r>
            <a:r>
              <a:rPr lang="en-US" altLang="zh-CN"/>
              <a:t>SSD</a:t>
            </a:r>
            <a:r>
              <a:rPr lang="zh-CN" altLang="en-US"/>
              <a:t>的性能优势主要是使用</a:t>
            </a:r>
            <a:r>
              <a:rPr lang="en-US" altLang="zh-CN"/>
              <a:t>m2</a:t>
            </a:r>
            <a:r>
              <a:rPr lang="zh-CN" altLang="en-US"/>
              <a:t>接口，通过</a:t>
            </a:r>
            <a:r>
              <a:rPr lang="en-US" altLang="zh-CN"/>
              <a:t>PCIE</a:t>
            </a:r>
            <a:r>
              <a:rPr lang="zh-CN" altLang="en-US"/>
              <a:t>总线直连</a:t>
            </a:r>
            <a:r>
              <a:rPr lang="en-US" altLang="zh-CN"/>
              <a:t>CPU</a:t>
            </a:r>
            <a:r>
              <a:rPr lang="zh-CN" altLang="en-US"/>
              <a:t>，主流是</a:t>
            </a:r>
            <a:r>
              <a:rPr lang="en-US" altLang="zh-CN"/>
              <a:t>PCIE3.0*4</a:t>
            </a:r>
            <a:r>
              <a:rPr lang="zh-CN" altLang="en-US"/>
              <a:t>可以跑满</a:t>
            </a:r>
            <a:r>
              <a:rPr lang="en-US" altLang="zh-CN"/>
              <a:t>3GB/s</a:t>
            </a:r>
            <a:r>
              <a:rPr lang="zh-CN" altLang="en-US"/>
              <a:t>的速率，理论带宽可达4GB/s。更加高端的直接是</a:t>
            </a:r>
            <a:r>
              <a:rPr lang="en-US" altLang="zh-CN"/>
              <a:t>PCI-E	</a:t>
            </a:r>
            <a:r>
              <a:rPr lang="zh-CN" altLang="en-US"/>
              <a:t>接口，如企业级固态。</a:t>
            </a:r>
            <a:endParaRPr lang="zh-CN" altLang="en-US"/>
          </a:p>
          <a:p>
            <a:r>
              <a:rPr lang="en-US" altLang="zh-CN"/>
              <a:t>	SSD</a:t>
            </a:r>
            <a:r>
              <a:rPr lang="zh-CN" altLang="en-US"/>
              <a:t>硬盘的协议大多是</a:t>
            </a:r>
            <a:r>
              <a:rPr lang="en-US" altLang="zh-CN"/>
              <a:t>NVME</a:t>
            </a:r>
            <a:r>
              <a:rPr lang="zh-CN" altLang="en-US"/>
              <a:t>（包括</a:t>
            </a:r>
            <a:r>
              <a:rPr lang="en-US" altLang="zh-CN"/>
              <a:t>iphone</a:t>
            </a:r>
            <a:r>
              <a:rPr lang="zh-CN" altLang="en-US"/>
              <a:t>的硬盘，安卓大多为</a:t>
            </a:r>
            <a:r>
              <a:rPr lang="en-US" altLang="zh-CN"/>
              <a:t>ufs</a:t>
            </a:r>
            <a:r>
              <a:rPr lang="zh-CN" altLang="en-US"/>
              <a:t>，低端更有</a:t>
            </a:r>
            <a:r>
              <a:rPr lang="en-US" altLang="zh-CN"/>
              <a:t>emmc</a:t>
            </a:r>
            <a:r>
              <a:rPr lang="zh-CN" altLang="en-US"/>
              <a:t>，低端固态也会用</a:t>
            </a:r>
            <a:r>
              <a:rPr lang="en-US" altLang="zh-CN"/>
              <a:t>ahci</a:t>
            </a:r>
            <a:r>
              <a:rPr lang="zh-CN" altLang="en-US"/>
              <a:t>协议，一般使用的是</a:t>
            </a:r>
            <a:r>
              <a:rPr lang="en-US" altLang="zh-CN"/>
              <a:t>sata</a:t>
            </a:r>
            <a:r>
              <a:rPr lang="zh-CN" altLang="en-US"/>
              <a:t>接口）。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3500120"/>
            <a:ext cx="2357755" cy="2357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945" y="4119245"/>
            <a:ext cx="4124325" cy="1119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835" y="3714115"/>
            <a:ext cx="3429000" cy="19291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4465" y="1932305"/>
            <a:ext cx="518287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颗粒</a:t>
            </a:r>
            <a:endParaRPr lang="zh-CN" altLang="en-US" sz="3200"/>
          </a:p>
          <a:p>
            <a:r>
              <a:rPr lang="en-US" altLang="zh-CN" sz="3200"/>
              <a:t>	</a:t>
            </a:r>
            <a:r>
              <a:rPr lang="en-US" altLang="zh-CN" sz="2000"/>
              <a:t>存储颗粒分为四种类型：</a:t>
            </a:r>
            <a:endParaRPr lang="en-US" altLang="zh-CN" sz="2000"/>
          </a:p>
          <a:p>
            <a:r>
              <a:rPr lang="en-US" altLang="zh-CN" sz="2000"/>
              <a:t>S(single)LC颗粒：每个存储单元只存1bit数据</a:t>
            </a:r>
            <a:endParaRPr lang="en-US" altLang="zh-CN" sz="2000"/>
          </a:p>
          <a:p>
            <a:r>
              <a:rPr lang="en-US" altLang="zh-CN" sz="2000"/>
              <a:t>M(multi)LC颗粒：每个存储单元存储2bit数据</a:t>
            </a:r>
            <a:endParaRPr lang="en-US" altLang="zh-CN" sz="2000"/>
          </a:p>
          <a:p>
            <a:r>
              <a:rPr lang="en-US" altLang="zh-CN" sz="2000"/>
              <a:t>T(triple)LC颗粒：每个存储单元存储3bit数据</a:t>
            </a:r>
            <a:endParaRPr lang="en-US" altLang="zh-CN" sz="2000"/>
          </a:p>
          <a:p>
            <a:r>
              <a:rPr lang="en-US" altLang="zh-CN" sz="2000"/>
              <a:t>Q(quad)LC颗粒：每个存储单元存储4bit数据</a:t>
            </a:r>
            <a:endParaRPr lang="en-US" altLang="zh-CN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4365" y="1042035"/>
            <a:ext cx="5904230" cy="4395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562735" y="1058545"/>
            <a:ext cx="26816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能自主生产颗粒厂商：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intel</a:t>
            </a:r>
            <a:endParaRPr lang="zh-CN" altLang="en-US"/>
          </a:p>
          <a:p>
            <a:r>
              <a:rPr lang="zh-CN" altLang="en-US">
                <a:sym typeface="+mn-ea"/>
              </a:rPr>
              <a:t>三星</a:t>
            </a:r>
            <a:endParaRPr lang="zh-CN" altLang="en-US"/>
          </a:p>
          <a:p>
            <a:r>
              <a:rPr lang="zh-CN" altLang="en-US">
                <a:sym typeface="+mn-ea"/>
              </a:rPr>
              <a:t>镁光（英睿达）</a:t>
            </a:r>
            <a:endParaRPr lang="zh-CN" altLang="en-US"/>
          </a:p>
          <a:p>
            <a:r>
              <a:rPr lang="zh-CN" altLang="en-US">
                <a:sym typeface="+mn-ea"/>
              </a:rPr>
              <a:t>海力士</a:t>
            </a:r>
            <a:endParaRPr lang="zh-CN" altLang="en-US"/>
          </a:p>
          <a:p>
            <a:r>
              <a:rPr lang="zh-CN" altLang="en-US">
                <a:sym typeface="+mn-ea"/>
              </a:rPr>
              <a:t>东芝</a:t>
            </a:r>
            <a:endParaRPr lang="zh-CN" altLang="en-US"/>
          </a:p>
          <a:p>
            <a:r>
              <a:rPr lang="zh-CN" altLang="en-US">
                <a:sym typeface="+mn-ea"/>
              </a:rPr>
              <a:t>闪迪（西部数据）</a:t>
            </a:r>
            <a:endParaRPr lang="zh-CN" altLang="en-US"/>
          </a:p>
          <a:p>
            <a:r>
              <a:rPr lang="zh-CN" altLang="en-US">
                <a:sym typeface="+mn-ea"/>
              </a:rPr>
              <a:t>长江存储（2020）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16320" y="1058545"/>
            <a:ext cx="26816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不能自主生产内存颗粒的厂商，但是用的是以上厂商生产合格颗粒的品牌有：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建兴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浦科特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6790" y="943610"/>
            <a:ext cx="100850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主控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主控负责硬盘所有数据的管理，相当于仓库的管理员，负责将对应的数据（货物）编号并放到合适的存储颗粒（货架）上。</a:t>
            </a:r>
            <a:endParaRPr lang="zh-CN" altLang="en-US"/>
          </a:p>
          <a:p>
            <a:r>
              <a:rPr lang="zh-CN" altLang="en-US"/>
              <a:t>马牌</a:t>
            </a:r>
            <a:endParaRPr lang="zh-CN" altLang="en-US"/>
          </a:p>
          <a:p>
            <a:r>
              <a:rPr lang="zh-CN" altLang="en-US"/>
              <a:t>三星</a:t>
            </a:r>
            <a:endParaRPr lang="zh-CN" altLang="en-US"/>
          </a:p>
          <a:p>
            <a:r>
              <a:rPr lang="zh-CN" altLang="en-US"/>
              <a:t>英特尔</a:t>
            </a:r>
            <a:endParaRPr lang="zh-CN" altLang="en-US"/>
          </a:p>
          <a:p>
            <a:r>
              <a:rPr lang="zh-CN" altLang="en-US"/>
              <a:t>还有做的不错的有东芝、慧荣、群联、闪迪（分型号）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71220" y="1486535"/>
            <a:ext cx="95269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缓存</a:t>
            </a:r>
            <a:endParaRPr lang="zh-CN" altLang="en-US"/>
          </a:p>
          <a:p>
            <a:r>
              <a:rPr lang="zh-CN" altLang="en-US"/>
              <a:t>缓存有两种：</a:t>
            </a:r>
            <a:endParaRPr lang="zh-CN" altLang="en-US"/>
          </a:p>
          <a:p>
            <a:r>
              <a:rPr lang="zh-CN" altLang="en-US"/>
              <a:t>DDR：速度很快，跟内存条差不多</a:t>
            </a:r>
            <a:endParaRPr lang="zh-CN" altLang="en-US"/>
          </a:p>
          <a:p>
            <a:r>
              <a:rPr lang="zh-CN" altLang="en-US"/>
              <a:t>slc-cache：SLC缓存，因为大多数是TLC的硬盘，所以优先使用SLC缓存，模拟SLC颗粒进行工作。所以在传输大文件的时候，会有明显的掉速现象。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WPS 演示</Application>
  <PresentationFormat>宽屏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方正书宋_GBK</vt:lpstr>
      <vt:lpstr>Wingdings</vt:lpstr>
      <vt:lpstr>宋体</vt:lpstr>
      <vt:lpstr>Arial Unicode MS</vt:lpstr>
      <vt:lpstr>Calibri Light</vt:lpstr>
      <vt:lpstr>Helvetica Neue</vt:lpstr>
      <vt:lpstr>汉仪书宋二KW</vt:lpstr>
      <vt:lpstr>Calibri</vt:lpstr>
      <vt:lpstr>微软雅黑</vt:lpstr>
      <vt:lpstr>汉仪旗黑</vt:lpstr>
      <vt:lpstr>宋体</vt:lpstr>
      <vt:lpstr>华文黑体</vt:lpstr>
      <vt:lpstr>Microsoft YaHei</vt:lpstr>
      <vt:lpstr>Lantinghei SC Extralight</vt:lpstr>
      <vt:lpstr>WPS-Bullets-new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pengbin</dc:creator>
  <cp:lastModifiedBy>pengbin</cp:lastModifiedBy>
  <cp:revision>1</cp:revision>
  <dcterms:created xsi:type="dcterms:W3CDTF">2021-01-04T15:24:13Z</dcterms:created>
  <dcterms:modified xsi:type="dcterms:W3CDTF">2021-01-04T15:24:13Z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2052-3.1.1.4956</vt:lpwstr>
  </property>
</Properties>
</file>